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3BD5-3CB5-46EC-47B6-0D6BC1C44D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Проект „ТОТО“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49DB9-0E9F-DD00-A089-B36013B6BA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От Биляна Костова и Андрей Конов, 11А клас</a:t>
            </a:r>
          </a:p>
        </p:txBody>
      </p:sp>
    </p:spTree>
    <p:extLst>
      <p:ext uri="{BB962C8B-B14F-4D97-AF65-F5344CB8AC3E}">
        <p14:creationId xmlns:p14="http://schemas.microsoft.com/office/powerpoint/2010/main" val="1799069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ECE7F-2ED5-5EB5-5EB9-7D25082A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1. Графичен потребителски интерфейс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6081E1-7CC8-C1C1-6DF9-25DD8C12F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6050" t="8706" r="39260" b="3647"/>
          <a:stretch/>
        </p:blipFill>
        <p:spPr>
          <a:xfrm>
            <a:off x="7418894" y="1817812"/>
            <a:ext cx="4524867" cy="499174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86B6D2-F11F-E567-F4D1-519584C982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10" r="14114"/>
          <a:stretch/>
        </p:blipFill>
        <p:spPr>
          <a:xfrm>
            <a:off x="650449" y="1817812"/>
            <a:ext cx="6523350" cy="496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90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4CE0-E3A7-739B-4842-3D69C4AE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rbel" panose="020B0503020204020204" pitchFamily="34" charset="0"/>
              </a:rPr>
              <a:t>2. </a:t>
            </a:r>
            <a:r>
              <a:rPr lang="bg-BG" dirty="0">
                <a:latin typeface="Corbel" panose="020B0503020204020204" pitchFamily="34" charset="0"/>
              </a:rPr>
              <a:t>Генератор на случайни числа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A3C922-D5A1-5769-E5F6-99B41E096A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9881" t="42012" r="38399" b="25588"/>
          <a:stretch/>
        </p:blipFill>
        <p:spPr>
          <a:xfrm>
            <a:off x="196184" y="2113960"/>
            <a:ext cx="6581691" cy="287517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35BB1-874E-6F5F-C3E9-C9285FD96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7555" y="2228003"/>
            <a:ext cx="4663254" cy="3633047"/>
          </a:xfrm>
        </p:spPr>
        <p:txBody>
          <a:bodyPr/>
          <a:lstStyle/>
          <a:p>
            <a:endParaRPr lang="bg-B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7D24A-6E5C-07F5-66A2-85B40C0A4032}"/>
              </a:ext>
            </a:extLst>
          </p:cNvPr>
          <p:cNvSpPr txBox="1"/>
          <p:nvPr/>
        </p:nvSpPr>
        <p:spPr>
          <a:xfrm>
            <a:off x="196184" y="5226320"/>
            <a:ext cx="4663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Генератор за кода(</a:t>
            </a:r>
            <a:r>
              <a:rPr lang="en-US" dirty="0"/>
              <a:t>serial number)</a:t>
            </a:r>
            <a:endParaRPr lang="bg-B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5D879E-9DE7-234A-FD8E-3704AC37DF03}"/>
              </a:ext>
            </a:extLst>
          </p:cNvPr>
          <p:cNvSpPr txBox="1"/>
          <p:nvPr/>
        </p:nvSpPr>
        <p:spPr>
          <a:xfrm>
            <a:off x="6947555" y="6155703"/>
            <a:ext cx="4496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Генератор за печелившите числа</a:t>
            </a:r>
          </a:p>
        </p:txBody>
      </p:sp>
    </p:spTree>
    <p:extLst>
      <p:ext uri="{BB962C8B-B14F-4D97-AF65-F5344CB8AC3E}">
        <p14:creationId xmlns:p14="http://schemas.microsoft.com/office/powerpoint/2010/main" val="281782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844C-F27B-9B74-C962-F3CE0843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3. Отделни класове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1064A-1835-04D2-A802-778FD96CFE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E4D0A-D74F-8A31-DDBA-30A40033FB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2998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9715-6F64-4119-20AE-C45E3147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4. </a:t>
            </a:r>
            <a:r>
              <a:rPr lang="ru-RU" dirty="0" err="1"/>
              <a:t>Аксесори</a:t>
            </a:r>
            <a:r>
              <a:rPr lang="ru-RU" dirty="0"/>
              <a:t>, </a:t>
            </a:r>
            <a:r>
              <a:rPr lang="ru-RU" dirty="0" err="1"/>
              <a:t>мутатори</a:t>
            </a:r>
            <a:r>
              <a:rPr lang="ru-RU" dirty="0"/>
              <a:t>, </a:t>
            </a:r>
            <a:r>
              <a:rPr lang="ru-RU" dirty="0" err="1"/>
              <a:t>валидиране</a:t>
            </a:r>
            <a:r>
              <a:rPr lang="ru-RU" dirty="0"/>
              <a:t> на </a:t>
            </a:r>
            <a:r>
              <a:rPr lang="ru-RU" dirty="0" err="1"/>
              <a:t>въведените</a:t>
            </a:r>
            <a:r>
              <a:rPr lang="ru-RU" dirty="0"/>
              <a:t> от потребителя </a:t>
            </a:r>
            <a:r>
              <a:rPr lang="ru-RU" dirty="0" err="1"/>
              <a:t>данни</a:t>
            </a:r>
            <a:r>
              <a:rPr lang="ru-RU" dirty="0"/>
              <a:t> и </a:t>
            </a:r>
            <a:r>
              <a:rPr lang="ru-RU" dirty="0" err="1"/>
              <a:t>конструктори</a:t>
            </a:r>
            <a:r>
              <a:rPr lang="ru-RU" dirty="0"/>
              <a:t>.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81667-2F6C-4BB5-B5E4-2D352E6A2A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D1CEF-F0E0-844F-8AE1-301BF45E8B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31395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D71A7-DA68-2EE7-476A-54682561A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5. </a:t>
            </a:r>
            <a:r>
              <a:rPr lang="ru-RU" dirty="0" err="1"/>
              <a:t>възникване</a:t>
            </a:r>
            <a:r>
              <a:rPr lang="ru-RU" dirty="0"/>
              <a:t> на </a:t>
            </a:r>
            <a:r>
              <a:rPr lang="ru-RU" dirty="0" err="1"/>
              <a:t>изключения</a:t>
            </a:r>
            <a:endParaRPr lang="bg-B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FEA86B-089B-525F-6EA7-1B19DD11F6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6578" t="12914" r="35966" b="7663"/>
          <a:stretch/>
        </p:blipFill>
        <p:spPr>
          <a:xfrm>
            <a:off x="122548" y="1929735"/>
            <a:ext cx="5099901" cy="4801004"/>
          </a:xfr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F61F20-9737-F9FE-951B-1864D5AFD5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23072" t="39471" r="29113" b="35126"/>
          <a:stretch/>
        </p:blipFill>
        <p:spPr>
          <a:xfrm>
            <a:off x="5114517" y="1929735"/>
            <a:ext cx="7077481" cy="2115004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FD791A-5416-1510-925A-58DF2EDF8A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778" t="34776" r="28170" b="28660"/>
          <a:stretch/>
        </p:blipFill>
        <p:spPr>
          <a:xfrm>
            <a:off x="5351281" y="4044739"/>
            <a:ext cx="6711885" cy="250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01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A4455-DEFD-155F-57A3-188A72ED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6. Наследяване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2360E-D308-6EC7-629D-F6C48A71E0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39F8A-DA94-F1C3-2029-0BBA6D1296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41173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953EC-3D0E-56E5-2819-0E5FCBCC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7. </a:t>
            </a:r>
            <a:r>
              <a:rPr lang="ru-RU" dirty="0" err="1"/>
              <a:t>Четене</a:t>
            </a:r>
            <a:r>
              <a:rPr lang="ru-RU" dirty="0"/>
              <a:t> и </a:t>
            </a:r>
            <a:r>
              <a:rPr lang="ru-RU" dirty="0" err="1"/>
              <a:t>писане</a:t>
            </a:r>
            <a:r>
              <a:rPr lang="ru-RU" dirty="0"/>
              <a:t> </a:t>
            </a:r>
            <a:r>
              <a:rPr lang="ru-RU" dirty="0" err="1"/>
              <a:t>във</a:t>
            </a:r>
            <a:r>
              <a:rPr lang="ru-RU" dirty="0"/>
              <a:t> файл</a:t>
            </a:r>
            <a:endParaRPr lang="bg-B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875BCF-300D-6C1F-8F2D-234238943B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7622" t="13532" r="35791" b="6490"/>
          <a:stretch/>
        </p:blipFill>
        <p:spPr>
          <a:xfrm>
            <a:off x="204119" y="1844355"/>
            <a:ext cx="4766692" cy="4603041"/>
          </a:xfr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01CF1C-E7C0-F1A8-FDED-A63FDCC371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21132" t="32692" r="27761" b="27751"/>
          <a:stretch/>
        </p:blipFill>
        <p:spPr>
          <a:xfrm>
            <a:off x="5032007" y="2111604"/>
            <a:ext cx="6955874" cy="302840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A87C11-C947-6558-1129-28D8FEBDF1C7}"/>
              </a:ext>
            </a:extLst>
          </p:cNvPr>
          <p:cNvSpPr txBox="1"/>
          <p:nvPr/>
        </p:nvSpPr>
        <p:spPr>
          <a:xfrm>
            <a:off x="688157" y="6447396"/>
            <a:ext cx="532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Четене от файл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996E6B-8A85-DE7C-8E1D-9867F97A5779}"/>
              </a:ext>
            </a:extLst>
          </p:cNvPr>
          <p:cNvSpPr txBox="1"/>
          <p:nvPr/>
        </p:nvSpPr>
        <p:spPr>
          <a:xfrm>
            <a:off x="7255625" y="5620151"/>
            <a:ext cx="435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Писане във файл</a:t>
            </a:r>
          </a:p>
        </p:txBody>
      </p:sp>
    </p:spTree>
    <p:extLst>
      <p:ext uri="{BB962C8B-B14F-4D97-AF65-F5344CB8AC3E}">
        <p14:creationId xmlns:p14="http://schemas.microsoft.com/office/powerpoint/2010/main" val="250879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67BF-FA43-E715-D9C1-8324E4550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8. Регулярни изрази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1E3080-470D-3841-DF7E-8E84C498A1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7968" t="41037" r="41876" b="26563"/>
          <a:stretch/>
        </p:blipFill>
        <p:spPr>
          <a:xfrm>
            <a:off x="1904215" y="2174960"/>
            <a:ext cx="8132190" cy="369091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E225AA-4874-2806-66D3-5707C7CAA6F4}"/>
              </a:ext>
            </a:extLst>
          </p:cNvPr>
          <p:cNvSpPr txBox="1"/>
          <p:nvPr/>
        </p:nvSpPr>
        <p:spPr>
          <a:xfrm>
            <a:off x="3855563" y="6023727"/>
            <a:ext cx="6033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Позволява да се въведат точно 6 числа</a:t>
            </a:r>
          </a:p>
        </p:txBody>
      </p:sp>
    </p:spTree>
    <p:extLst>
      <p:ext uri="{BB962C8B-B14F-4D97-AF65-F5344CB8AC3E}">
        <p14:creationId xmlns:p14="http://schemas.microsoft.com/office/powerpoint/2010/main" val="307924031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39</TotalTime>
  <Words>86</Words>
  <Application>Microsoft Office PowerPoint</Application>
  <PresentationFormat>Widescreen</PresentationFormat>
  <Paragraphs>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Corbel</vt:lpstr>
      <vt:lpstr>Gill Sans MT</vt:lpstr>
      <vt:lpstr>Wingdings 2</vt:lpstr>
      <vt:lpstr>Dividend</vt:lpstr>
      <vt:lpstr>Проект „ТОТО“</vt:lpstr>
      <vt:lpstr>1. Графичен потребителски интерфейс</vt:lpstr>
      <vt:lpstr>2. Генератор на случайни числа</vt:lpstr>
      <vt:lpstr>3. Отделни класове</vt:lpstr>
      <vt:lpstr>4. Аксесори, мутатори, валидиране на въведените от потребителя данни и конструктори.</vt:lpstr>
      <vt:lpstr>5. възникване на изключения</vt:lpstr>
      <vt:lpstr>6. Наследяване</vt:lpstr>
      <vt:lpstr>7. Четене и писане във файл</vt:lpstr>
      <vt:lpstr>8. Регулярни изрази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Биляна Костова</dc:creator>
  <cp:lastModifiedBy>Биляна Костова</cp:lastModifiedBy>
  <cp:revision>2</cp:revision>
  <dcterms:created xsi:type="dcterms:W3CDTF">2024-12-22T15:32:55Z</dcterms:created>
  <dcterms:modified xsi:type="dcterms:W3CDTF">2024-12-22T16:20:58Z</dcterms:modified>
</cp:coreProperties>
</file>